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623510a7674f7b" /><Relationship Type="http://schemas.openxmlformats.org/officeDocument/2006/relationships/extended-properties" Target="/docProps/app.xml" Id="R45574a76340748bd" /><Relationship Type="http://schemas.openxmlformats.org/officeDocument/2006/relationships/officeDocument" Target="/ppt/presentation.xml" Id="R00a0851ed2f148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d05947ff674621"/>
  </p:sldMasterIdLst>
  <p:notesMasterIdLst>
    <p:notesMasterId xmlns:r="http://schemas.openxmlformats.org/officeDocument/2006/relationships" r:id="Rb6b1d52ed3894161"/>
  </p:notesMasterIdLst>
  <p:sldIdLst>
    <p:sldId xmlns:r="http://schemas.openxmlformats.org/officeDocument/2006/relationships" id="256" r:id="Rcdf2173d3f874b7b"/>
    <p:sldId xmlns:r="http://schemas.openxmlformats.org/officeDocument/2006/relationships" id="257" r:id="Rd0c56864f0c34a4d"/>
    <p:sldId xmlns:r="http://schemas.openxmlformats.org/officeDocument/2006/relationships" id="258" r:id="Rc414f05e2f064d81"/>
    <p:sldId xmlns:r="http://schemas.openxmlformats.org/officeDocument/2006/relationships" id="259" r:id="R52c7e411624d4887"/>
    <p:sldId xmlns:r="http://schemas.openxmlformats.org/officeDocument/2006/relationships" id="260" r:id="R8b2be72f5b4d465c"/>
    <p:sldId xmlns:r="http://schemas.openxmlformats.org/officeDocument/2006/relationships" id="261" r:id="Rba1f97fd5108458c"/>
    <p:sldId xmlns:r="http://schemas.openxmlformats.org/officeDocument/2006/relationships" id="262" r:id="R53083c68f2e94a18"/>
    <p:sldId xmlns:r="http://schemas.openxmlformats.org/officeDocument/2006/relationships" id="263" r:id="Rc1baae8d54744e97"/>
    <p:sldId xmlns:r="http://schemas.openxmlformats.org/officeDocument/2006/relationships" id="264" r:id="Re6e9bf3c9243499f"/>
    <p:sldId xmlns:r="http://schemas.openxmlformats.org/officeDocument/2006/relationships" id="265" r:id="R28ee5e90556e4bb6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6d2eb112224a5a" /><Relationship Type="http://schemas.openxmlformats.org/officeDocument/2006/relationships/slideMaster" Target="/ppt/slideMasters/slideMaster1.xml" Id="Rb7d05947ff674621" /><Relationship Type="http://schemas.openxmlformats.org/officeDocument/2006/relationships/notesMaster" Target="/ppt/notesMasters/notesMaster1.xml" Id="Rb6b1d52ed3894161" /><Relationship Type="http://schemas.openxmlformats.org/officeDocument/2006/relationships/presProps" Target="/ppt/presProps.xml" Id="Rf5cb67b48c494fc6" /><Relationship Type="http://schemas.openxmlformats.org/officeDocument/2006/relationships/viewProps" Target="/ppt/viewProps.xml" Id="R3318441d9f2749c6" /><Relationship Type="http://schemas.openxmlformats.org/officeDocument/2006/relationships/tableStyles" Target="/ppt/tableStyles.xml" Id="R28b724fdc1694ac6" /><Relationship Type="http://schemas.openxmlformats.org/officeDocument/2006/relationships/slide" Target="/ppt/slides/slide1.xml" Id="Rcdf2173d3f874b7b" /><Relationship Type="http://schemas.openxmlformats.org/officeDocument/2006/relationships/slide" Target="/ppt/slides/slide2.xml" Id="Rd0c56864f0c34a4d" /><Relationship Type="http://schemas.openxmlformats.org/officeDocument/2006/relationships/slide" Target="/ppt/slides/slide3.xml" Id="Rc414f05e2f064d81" /><Relationship Type="http://schemas.openxmlformats.org/officeDocument/2006/relationships/slide" Target="/ppt/slides/slide4.xml" Id="R52c7e411624d4887" /><Relationship Type="http://schemas.openxmlformats.org/officeDocument/2006/relationships/slide" Target="/ppt/slides/slide5.xml" Id="R8b2be72f5b4d465c" /><Relationship Type="http://schemas.openxmlformats.org/officeDocument/2006/relationships/slide" Target="/ppt/slides/slide6.xml" Id="Rba1f97fd5108458c" /><Relationship Type="http://schemas.openxmlformats.org/officeDocument/2006/relationships/slide" Target="/ppt/slides/slide7.xml" Id="R53083c68f2e94a18" /><Relationship Type="http://schemas.openxmlformats.org/officeDocument/2006/relationships/slide" Target="/ppt/slides/slide8.xml" Id="Rc1baae8d54744e97" /><Relationship Type="http://schemas.openxmlformats.org/officeDocument/2006/relationships/slide" Target="/ppt/slides/slide9.xml" Id="Re6e9bf3c9243499f" /><Relationship Type="http://schemas.openxmlformats.org/officeDocument/2006/relationships/slide" Target="/ppt/slides/slide10.xml" Id="R28ee5e90556e4b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739793794245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6d8604ed1e4fbb" /><Relationship Type="http://schemas.openxmlformats.org/officeDocument/2006/relationships/notesMaster" Target="/ppt/notesMasters/notesMaster1.xml" Id="Raec9b7d8ace843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d2b9a0eaf54c50" /><Relationship Type="http://schemas.openxmlformats.org/officeDocument/2006/relationships/notesMaster" Target="/ppt/notesMasters/notesMaster1.xml" Id="Re42fcc9cae8848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52c22b096b468b" /><Relationship Type="http://schemas.openxmlformats.org/officeDocument/2006/relationships/notesMaster" Target="/ppt/notesMasters/notesMaster1.xml" Id="R69ef570397c442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07c86d9c454bb0" /><Relationship Type="http://schemas.openxmlformats.org/officeDocument/2006/relationships/notesMaster" Target="/ppt/notesMasters/notesMaster1.xml" Id="R3a6d4bf5abf04b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2d63c64aa4471e" /><Relationship Type="http://schemas.openxmlformats.org/officeDocument/2006/relationships/notesMaster" Target="/ppt/notesMasters/notesMaster1.xml" Id="R5b8a394aea044a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1a625e59bc4244" /><Relationship Type="http://schemas.openxmlformats.org/officeDocument/2006/relationships/notesMaster" Target="/ppt/notesMasters/notesMaster1.xml" Id="Red2a4e1b46c24e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4b84ed787c459a" /><Relationship Type="http://schemas.openxmlformats.org/officeDocument/2006/relationships/notesMaster" Target="/ppt/notesMasters/notesMaster1.xml" Id="R26c75832c8a84b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ffccca178d4476" /><Relationship Type="http://schemas.openxmlformats.org/officeDocument/2006/relationships/notesMaster" Target="/ppt/notesMasters/notesMaster1.xml" Id="R098a0da4592849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152400ab36e4883" /><Relationship Type="http://schemas.openxmlformats.org/officeDocument/2006/relationships/notesMaster" Target="/ppt/notesMasters/notesMaster1.xml" Id="R7c7f9a422df6471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39e722297e5418d" /><Relationship Type="http://schemas.openxmlformats.org/officeDocument/2006/relationships/notesMaster" Target="/ppt/notesMasters/notesMaster1.xml" Id="R8dc22de30d654a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Yai website footer: local application capture.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Yai KHR checkout, thank-you page, and footer: local application captures.</a:t>
            </a:r>
          </a:p>
          <a:p xmlns:a="http://schemas.openxmlformats.org/drawingml/2006/main">
            <a:r>
              <a:t>- ABA PayWay QR, scanned, and success states: user-provided screenshots.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Yai KHR checkout, thank-you page, and footer: local application captures.</a:t>
            </a:r>
          </a:p>
          <a:p xmlns:a="http://schemas.openxmlformats.org/drawingml/2006/main">
            <a:r>
              <a:t>- ABA PayWay QR, scanned, and success states: user-provided screenshots.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Yai KHR checkout, thank-you page, and footer: local application captures.</a:t>
            </a:r>
          </a:p>
          <a:p xmlns:a="http://schemas.openxmlformats.org/drawingml/2006/main">
            <a:r>
              <a:t>- ABA PayWay QR, scanned, and success states: user-provided screenshots.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Yai KHR checkout, thank-you page, and footer: local application captures.</a:t>
            </a:r>
          </a:p>
          <a:p xmlns:a="http://schemas.openxmlformats.org/drawingml/2006/main">
            <a:r>
              <a:t>- ABA PayWay QR, scanned, and success states: user-provided screenshots.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Yai KHR checkout, thank-you page, and footer: local application captures.</a:t>
            </a:r>
          </a:p>
          <a:p xmlns:a="http://schemas.openxmlformats.org/drawingml/2006/main">
            <a:r>
              <a:t>- ABA PayWay QR, scanned, and success states: user-provided screenshots.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Yai KHR checkout, thank-you page, and footer: local application captures.</a:t>
            </a:r>
          </a:p>
          <a:p xmlns:a="http://schemas.openxmlformats.org/drawingml/2006/main">
            <a:r>
              <a:t>- ABA PayWay QR, scanned, and success states: user-provided screenshots.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40acccd4fa4d3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a1169c6d734d8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7e12ebd74b454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782f37ca9c4c7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4135318ad14e8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7c9bc25543401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8e42d7527c4af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86ce78a98c4ad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bfa3497f1e43c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6476cadd26467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8ae06d76694852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4814CB3-A05C-433C-BE0C-FC839512860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22760A5-852E-4B64-98F0-297696D13F2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CC67E61-7B6D-45D8-8DC6-45C1158BA80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A639227-927B-47C7-8A2C-B199144B6A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E6716EC-02BC-44C7-9AD5-E95E569364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633576A-645E-4A86-B35D-AECB231C79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AE21F01-3B07-46D2-B9FE-68F8E08DE7C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21602D6-152B-46ED-AA13-DBF07BF0AE3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92A959-4E27-457A-A99A-E7C4004660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A962487-9795-48E4-823D-45079C1BC1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E0ABA3E-AF18-4DC7-A499-82ED503641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83BE85-21D2-4E92-8045-61C6031ADA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03237A2-4EAF-4F16-8379-A2A9F5EAE5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5A221F5-DF0F-47D0-97B5-D638730F52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4BEAF8-A4C7-4C5A-8BE7-C9E1907B636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FB9560B-9445-4EEF-B351-45A90ACA24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2FAFC90-9A8E-4AA4-84B1-14A807D7DFB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B1F054C-29CA-4A0F-AF8C-D8CBDF2F9B5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9B34B73-FE0C-4D25-967D-AE39ED3ED9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FC0401B-FCD0-4F87-A0E2-317824A6A7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C1CDD6A-BF37-45E8-A371-A5C98748DF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39CC7F9-605C-4CAF-A6EC-76DA2DDE27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D73D44B-4991-45F6-9D88-989AA8C64A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7227005-8795-43C7-816E-4CC7A60C05E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3CB5004-864A-45DB-A8C6-86E62E7E96E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98764A3-9094-43E9-8CA4-383AE19B8C7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054CDEE2-7A21-4E56-9278-BD8C0AE87E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907AB7B3-C77F-4CCD-B6BD-01DBF1B333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E157620-8758-4A35-929A-33610903FD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B39EAB8-1883-450B-A740-BEB5590E50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FAC8105-DB8F-4620-9D75-D4662D3FDF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EBBDFCC-144C-4033-904A-FC07F7E67D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B68E490-943E-47C7-B6C2-9695962A38B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5550684-05BC-4C92-9BE9-4815C24E9C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7A87EE18-94E6-4108-9C8B-607D66544F3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92768A5-FD17-4E15-8EA4-24A87F5BD5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E37C59-CEDF-48DC-B348-D8B91289C3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ACB143B-19C1-4E3E-A5D6-592B1E10A23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DAE7B27-94AC-4D9D-B521-8242FC5E97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ECCD616-1A0F-443A-B938-609EA881E78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ED1B68C-0489-42D6-AC6E-D47F5D3F5B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B4AF063-76E3-49A2-84BC-DA70C193501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25C1217-BF29-4E3E-A473-016F9A40C7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ECB7D39-9017-4FCF-99B7-EF7B2469628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7E4B719-1E29-484A-BE92-218D0D0804A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AC1E716-0493-471D-885B-1281395542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81F850C-8DB8-46C2-B4D2-8AFCD1AF43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75CFCAF-637F-47EA-9F09-453A1491F7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F1F69A4-FD9F-425D-882D-BFE5FA08AD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F64D42E-39D3-4C6B-B2CF-A8E21741E0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8D8AE56-868F-4E35-832B-D167EF524C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690F71-3229-4413-A8B3-24343E64EE0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EE22B7C-E669-42C2-B255-F196750D6C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602338EC-2E15-4AB4-89D3-40E1ACAF24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8BFE0FF-ADE5-4B36-89C9-AC1D323272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940A1AA-AAA8-4715-A986-BF6AEFCC67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FB712E-0D24-4853-A0AF-D432163D48C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B132A7E-CDD9-43AF-908D-759D95A3A04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36507253654ee2" /><Relationship Type="http://schemas.openxmlformats.org/officeDocument/2006/relationships/slideLayout" Target="/ppt/slideLayouts/slideLayout1.xml" Id="Reeac3f690b164879" /><Relationship Type="http://schemas.openxmlformats.org/officeDocument/2006/relationships/slideLayout" Target="/ppt/slideLayouts/slideLayout2.xml" Id="Re814de016c3b4758" /><Relationship Type="http://schemas.openxmlformats.org/officeDocument/2006/relationships/slideLayout" Target="/ppt/slideLayouts/slideLayout3.xml" Id="R3584914884e144ac" /><Relationship Type="http://schemas.openxmlformats.org/officeDocument/2006/relationships/slideLayout" Target="/ppt/slideLayouts/slideLayout4.xml" Id="R69d85ad2d11b4902" /><Relationship Type="http://schemas.openxmlformats.org/officeDocument/2006/relationships/slideLayout" Target="/ppt/slideLayouts/slideLayout5.xml" Id="R47dda4d6dac7442b" /><Relationship Type="http://schemas.openxmlformats.org/officeDocument/2006/relationships/slideLayout" Target="/ppt/slideLayouts/slideLayout6.xml" Id="R7bad2c54f271488f" /><Relationship Type="http://schemas.openxmlformats.org/officeDocument/2006/relationships/slideLayout" Target="/ppt/slideLayouts/slideLayout7.xml" Id="R42c1d44b29d948f2" /><Relationship Type="http://schemas.openxmlformats.org/officeDocument/2006/relationships/slideLayout" Target="/ppt/slideLayouts/slideLayout8.xml" Id="Ra5eefbfdd39d43bb" /><Relationship Type="http://schemas.openxmlformats.org/officeDocument/2006/relationships/slideLayout" Target="/ppt/slideLayouts/slideLayout9.xml" Id="R3a5673bc15654b30" /><Relationship Type="http://schemas.openxmlformats.org/officeDocument/2006/relationships/slideLayout" Target="/ppt/slideLayouts/slideLayout10.xml" Id="Rdef4c24b526d4183" /><Relationship Type="http://schemas.openxmlformats.org/officeDocument/2006/relationships/slideLayout" Target="/ppt/slideLayouts/slideLayout11.xml" Id="R45ef950ce9104e5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D20913BE-BDB3-4B38-8F27-3F46B1309E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5A6615-3D68-4DF6-AB8A-9EAD7E5D58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C328B33-7757-41DA-8E0E-9326259A05A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663B04C-FF28-4CE2-A3E8-1A758591513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84ACF9A-FD51-4478-84D9-3FCF4DD6A8D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ac3f690b164879"/>
    <p:sldLayoutId xmlns:r="http://schemas.openxmlformats.org/officeDocument/2006/relationships" id="2147483650" r:id="Re814de016c3b4758"/>
    <p:sldLayoutId xmlns:r="http://schemas.openxmlformats.org/officeDocument/2006/relationships" id="2147483651" r:id="R3584914884e144ac"/>
    <p:sldLayoutId xmlns:r="http://schemas.openxmlformats.org/officeDocument/2006/relationships" id="2147483652" r:id="R69d85ad2d11b4902"/>
    <p:sldLayoutId xmlns:r="http://schemas.openxmlformats.org/officeDocument/2006/relationships" id="2147483653" r:id="R47dda4d6dac7442b"/>
    <p:sldLayoutId xmlns:r="http://schemas.openxmlformats.org/officeDocument/2006/relationships" id="2147483654" r:id="R7bad2c54f271488f"/>
    <p:sldLayoutId xmlns:r="http://schemas.openxmlformats.org/officeDocument/2006/relationships" id="2147483655" r:id="R42c1d44b29d948f2"/>
    <p:sldLayoutId xmlns:r="http://schemas.openxmlformats.org/officeDocument/2006/relationships" id="2147483656" r:id="Ra5eefbfdd39d43bb"/>
    <p:sldLayoutId xmlns:r="http://schemas.openxmlformats.org/officeDocument/2006/relationships" id="2147483657" r:id="R3a5673bc15654b30"/>
    <p:sldLayoutId xmlns:r="http://schemas.openxmlformats.org/officeDocument/2006/relationships" id="2147483658" r:id="Rdef4c24b526d4183"/>
    <p:sldLayoutId xmlns:r="http://schemas.openxmlformats.org/officeDocument/2006/relationships" id="2147483659" r:id="R45ef950ce9104e5c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8f0bb4bec3f4601" /><Relationship Type="http://schemas.openxmlformats.org/officeDocument/2006/relationships/image" Target="/ppt/media/image.png" Id="R31771f5b4974451a" /><Relationship Type="http://schemas.openxmlformats.org/officeDocument/2006/relationships/notesSlide" Target="/ppt/notesSlides/notesSlide1.xml" Id="R4f8fb0d61a5245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100fc165bc416d" /><Relationship Type="http://schemas.openxmlformats.org/officeDocument/2006/relationships/image" Target="/ppt/media/image2.png" Id="R99cfe12147cd453b" /><Relationship Type="http://schemas.openxmlformats.org/officeDocument/2006/relationships/notesSlide" Target="/ppt/notesSlides/notesSlide2.xml" Id="R0aa23d8d24004c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a1ad3eb484744e0" /><Relationship Type="http://schemas.openxmlformats.org/officeDocument/2006/relationships/image" Target="/ppt/media/image3.png" Id="Rceb15bbdf4484e96" /><Relationship Type="http://schemas.openxmlformats.org/officeDocument/2006/relationships/notesSlide" Target="/ppt/notesSlides/notesSlide3.xml" Id="R3a1719be8f7d44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4a2d51543224e98" /><Relationship Type="http://schemas.openxmlformats.org/officeDocument/2006/relationships/image" Target="/ppt/media/image4.png" Id="Rcc51a9015c0a4080" /><Relationship Type="http://schemas.openxmlformats.org/officeDocument/2006/relationships/notesSlide" Target="/ppt/notesSlides/notesSlide4.xml" Id="R6cead819b7bf45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6f24443c43a4d3d" /><Relationship Type="http://schemas.openxmlformats.org/officeDocument/2006/relationships/image" Target="/ppt/media/image5.png" Id="R4303b36ce1b541fe" /><Relationship Type="http://schemas.openxmlformats.org/officeDocument/2006/relationships/notesSlide" Target="/ppt/notesSlides/notesSlide5.xml" Id="R32f49c5da59b4e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6e1fe5a09f84e4c" /><Relationship Type="http://schemas.openxmlformats.org/officeDocument/2006/relationships/image" Target="/ppt/media/image6.png" Id="R04363cdb94404fb2" /><Relationship Type="http://schemas.openxmlformats.org/officeDocument/2006/relationships/notesSlide" Target="/ppt/notesSlides/notesSlide6.xml" Id="R8220a1c6a7924e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5ef3874ce7a45d3" /><Relationship Type="http://schemas.openxmlformats.org/officeDocument/2006/relationships/image" Target="/ppt/media/image7.png" Id="R103276ab37eb43f0" /><Relationship Type="http://schemas.openxmlformats.org/officeDocument/2006/relationships/notesSlide" Target="/ppt/notesSlides/notesSlide7.xml" Id="R4d4df1d901f544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60a83f1831346f2" /><Relationship Type="http://schemas.openxmlformats.org/officeDocument/2006/relationships/image" Target="/ppt/media/image8.png" Id="R76e58930ebd04801" /><Relationship Type="http://schemas.openxmlformats.org/officeDocument/2006/relationships/notesSlide" Target="/ppt/notesSlides/notesSlide8.xml" Id="R4aebb8d656ad4b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30e1c18a37c498c" /><Relationship Type="http://schemas.openxmlformats.org/officeDocument/2006/relationships/image" Target="/ppt/media/image9.png" Id="Rf3e052ff1cbe4509" /><Relationship Type="http://schemas.openxmlformats.org/officeDocument/2006/relationships/notesSlide" Target="/ppt/notesSlides/notesSlide9.xml" Id="Rc7b593088f2c4dc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464c1d383aa430e" /><Relationship Type="http://schemas.openxmlformats.org/officeDocument/2006/relationships/image" Target="/ppt/media/image10.png" Id="Recefcdcf02e14dd4" /><Relationship Type="http://schemas.openxmlformats.org/officeDocument/2006/relationships/notesSlide" Target="/ppt/notesSlides/notesSlide10.xml" Id="Raa4f8ee30cf84e7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771f5b497445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52721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9ACF4E-3238-47D4-9BB8-4F508E69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735EFD-1386-4354-9608-FFE616AE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We accept label footer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cfe12147cd453b"/>
          <a:stretch xmlns:a="http://schemas.openxmlformats.org/drawingml/2006/main"/>
        </p:blipFill>
        <p:spPr>
          <a:xfrm xmlns:a="http://schemas.openxmlformats.org/drawingml/2006/main">
            <a:off x="724366" y="2000250"/>
            <a:ext cx="10743267" cy="2419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49883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b15bbdf4484e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20502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51a9015c0a40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43183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03b36ce1b541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06359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363cdb94404f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25828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276ab37eb43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36766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e58930ebd048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6941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e052ff1cbe45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8642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efcdcf02e14d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83353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2026-08-19T06:47:56.8560000Z</dcterms:created>
  <dcterms:modified xsi:type="dcterms:W3CDTF">2026-08-19T06:47:56.8560000Z</dcterms:modified>
</coreProperties>
</file>