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ntigravity\yai-plan\public\images\generated\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1F47">
              <a:alpha val="50000"/>
            </a:srgbClr>
          </a:solidFill>
          <a:ln w="12700">
            <a:solidFill>
              <a:srgbClr val="0A1F4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1" descr="E:\Antigravity\yai-plan\public\images\yai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TEXLINK TECHNOLOGIES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828800" y="886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37021"/>
                </a:solidFill>
              </a:rPr>
              <a:t>STRATEGIC DTV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Ai-Native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Manufacturing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400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Intelligence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40080" y="3337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7021"/>
                </a:solidFill>
              </a:rPr>
              <a:t>Platform.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069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AI MIP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Factory-tested for 5 years inside live production — opening its gates June 2026.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47320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FFFFF"/>
                </a:solidFill>
              </a:rPr>
              <a:t>YAI · INVESTOR PLAN · JUNE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EXECUTIVE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</a:rPr>
              <a:t>Yai is Ai MIP — Agentic Manufacturing Intelligence. A three-layer platform that modernises production from whole-paper-based to executive Ai.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33172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331720"/>
            <a:ext cx="73152" cy="10972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404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AI AGENTS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Stand ready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33172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331720"/>
            <a:ext cx="73152" cy="10972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404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ENGINEERS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From Cambodia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52044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52044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593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DEVELOPMENT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36 mo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Factory-tested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52044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520440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593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INDUSTRY XP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40 yrs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Tech +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Sandwich.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Cambodia's garment industry is squeezed between Chinese ownership / management practices and Western buyer audits — paper, Excel and 4 chat apps in the middle.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42316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423160"/>
            <a:ext cx="73152" cy="10972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496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FLOOR CHAOS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Paper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3063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Tally sheets, defect tags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42316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423160"/>
            <a:ext cx="73152" cy="10972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496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LEGACY ATTEMPTS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$2M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3063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~20 systems · none integrated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61188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61188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COMPLIANCE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886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Mandate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251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Ministry of Environment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61188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611880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TIME COST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886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24 hr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4251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Audit-panic binder runs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Platform that Saves Jobs.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One Ai-native platform consolidates legacy systems. Workers keep their jobs — the work gets smarter.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01168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— barcodes, QR, AIoT sensors, mobile apps. Single source of truth.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— Claude / GPT / Gemini agents speak Khmer + run workflows for workers.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Full-Ai layer — solar-powered Ai Server enables own-LLM inference + 5G bonding.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Worker-respecting — every screen + voice assistant in Khmer. No HR detour.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— EMR, worker, tax, labour data filed digitally on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PRODUCT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Full Ai — Three Yai Layers.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0" descr="E:\Antigravity\yai-plan\public\images\generated\layer-digitaliz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2606040" cy="1371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880360"/>
            <a:ext cx="2697480" cy="38404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28986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LAYER 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2648" y="3044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Digitalisation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Centralised data — Excel + paper records flow into ONE database. Barcode + QR, AIoT, mobile apps. One source of truth.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6" name="Image 1" descr="E:\Antigravity\yai-plan\public\images\generated\layer-agent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463040"/>
            <a:ext cx="2606040" cy="1371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91840" y="2880360"/>
            <a:ext cx="269748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01568" y="28986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LAYER 2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401568" y="3044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Agentic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429000" y="3383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LLM-powered agents. Voice-to-workflow, text interpretation, logistics optimisation, real-time Ai guidance.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Image 2" descr="E:\Antigravity\yai-plan\public\images\generated\layer-full-a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463040"/>
            <a:ext cx="2606040" cy="1371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80760" y="2880360"/>
            <a:ext cx="2697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90488" y="28986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LAYER 3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190488" y="3044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Ai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17920" y="3383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Strategic management. Predictive growth, multi-factory orchestration, business expansion, global growth.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AGENTS &amp; SKILLS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&amp; Their Skills.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17 module families across Administration + Operations — each with its own Ai agents.</a:t>
            </a:r>
            <a:endParaRPr lang="en-US" sz="1100" dirty="0"/>
          </a:p>
        </p:txBody>
      </p:sp>
      <p:pic>
        <p:nvPicPr>
          <p:cNvPr id="10" name="Image 0" descr="E:\Antigravity\yai-plan\public\images\generated\agent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0550" y="1737360"/>
            <a:ext cx="502920" cy="502920"/>
          </a:xfrm>
          <a:prstGeom prst="ellipse">
            <a:avLst/>
          </a:prstGeom>
        </p:spPr>
      </p:pic>
      <p:pic>
        <p:nvPicPr>
          <p:cNvPr id="11" name="Image 1" descr="E:\Antigravity\yai-plan\public\images\generated\agent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68730" y="1737360"/>
            <a:ext cx="502920" cy="502920"/>
          </a:xfrm>
          <a:prstGeom prst="ellipse">
            <a:avLst/>
          </a:prstGeom>
        </p:spPr>
      </p:pic>
      <p:pic>
        <p:nvPicPr>
          <p:cNvPr id="12" name="Image 2" descr="E:\Antigravity\yai-plan\public\images\generated\agent-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946910" y="1737360"/>
            <a:ext cx="502920" cy="502920"/>
          </a:xfrm>
          <a:prstGeom prst="ellipse">
            <a:avLst/>
          </a:prstGeom>
        </p:spPr>
      </p:pic>
      <p:pic>
        <p:nvPicPr>
          <p:cNvPr id="13" name="Image 3" descr="E:\Antigravity\yai-plan\public\images\generated\agent-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625090" y="1737360"/>
            <a:ext cx="502920" cy="502920"/>
          </a:xfrm>
          <a:prstGeom prst="ellipse">
            <a:avLst/>
          </a:prstGeom>
        </p:spPr>
      </p:pic>
      <p:pic>
        <p:nvPicPr>
          <p:cNvPr id="14" name="Image 4" descr="E:\Antigravity\yai-plan\public\images\generated\agent-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303270" y="1737360"/>
            <a:ext cx="502920" cy="502920"/>
          </a:xfrm>
          <a:prstGeom prst="ellipse">
            <a:avLst/>
          </a:prstGeom>
        </p:spPr>
      </p:pic>
      <p:pic>
        <p:nvPicPr>
          <p:cNvPr id="15" name="Image 5" descr="E:\Antigravity\yai-plan\public\images\generated\agent-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81450" y="1737360"/>
            <a:ext cx="502920" cy="502920"/>
          </a:xfrm>
          <a:prstGeom prst="ellipse">
            <a:avLst/>
          </a:prstGeom>
        </p:spPr>
      </p:pic>
      <p:pic>
        <p:nvPicPr>
          <p:cNvPr id="16" name="Image 6" descr="E:\Antigravity\yai-plan\public\images\generated\agent-7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59630" y="1737360"/>
            <a:ext cx="502920" cy="502920"/>
          </a:xfrm>
          <a:prstGeom prst="ellipse">
            <a:avLst/>
          </a:prstGeom>
        </p:spPr>
      </p:pic>
      <p:pic>
        <p:nvPicPr>
          <p:cNvPr id="17" name="Image 7" descr="E:\Antigravity\yai-plan\public\images\generated\agent-8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37810" y="1737360"/>
            <a:ext cx="502920" cy="502920"/>
          </a:xfrm>
          <a:prstGeom prst="ellipse">
            <a:avLst/>
          </a:prstGeom>
        </p:spPr>
      </p:pic>
      <p:pic>
        <p:nvPicPr>
          <p:cNvPr id="18" name="Image 8" descr="E:\Antigravity\yai-plan\public\images\generated\agent-9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15990" y="1737360"/>
            <a:ext cx="502920" cy="502920"/>
          </a:xfrm>
          <a:prstGeom prst="ellipse">
            <a:avLst/>
          </a:prstGeom>
        </p:spPr>
      </p:pic>
      <p:pic>
        <p:nvPicPr>
          <p:cNvPr id="19" name="Image 9" descr="E:\Antigravity\yai-plan\public\images\generated\agent-10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694170" y="1737360"/>
            <a:ext cx="502920" cy="502920"/>
          </a:xfrm>
          <a:prstGeom prst="ellipse">
            <a:avLst/>
          </a:prstGeom>
        </p:spPr>
      </p:pic>
      <p:pic>
        <p:nvPicPr>
          <p:cNvPr id="20" name="Image 10" descr="E:\Antigravity\yai-plan\public\images\generated\agent-11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372350" y="1737360"/>
            <a:ext cx="502920" cy="502920"/>
          </a:xfrm>
          <a:prstGeom prst="ellipse">
            <a:avLst/>
          </a:prstGeom>
        </p:spPr>
      </p:pic>
      <p:pic>
        <p:nvPicPr>
          <p:cNvPr id="21" name="Image 11" descr="E:\Antigravity\yai-plan\public\images\generated\agent-12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050530" y="1737360"/>
            <a:ext cx="502920" cy="502920"/>
          </a:xfrm>
          <a:prstGeom prst="ellipse">
            <a:avLst/>
          </a:prstGeom>
        </p:spPr>
      </p:pic>
      <p:pic>
        <p:nvPicPr>
          <p:cNvPr id="22" name="Image 12" descr="E:\Antigravity\yai-plan\public\images\generated\agent-13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90550" y="2377440"/>
            <a:ext cx="502920" cy="502920"/>
          </a:xfrm>
          <a:prstGeom prst="ellipse">
            <a:avLst/>
          </a:prstGeom>
        </p:spPr>
      </p:pic>
      <p:pic>
        <p:nvPicPr>
          <p:cNvPr id="23" name="Image 13" descr="E:\Antigravity\yai-plan\public\images\generated\agent-14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268730" y="2377440"/>
            <a:ext cx="502920" cy="502920"/>
          </a:xfrm>
          <a:prstGeom prst="ellipse">
            <a:avLst/>
          </a:prstGeom>
        </p:spPr>
      </p:pic>
      <p:pic>
        <p:nvPicPr>
          <p:cNvPr id="24" name="Image 14" descr="E:\Antigravity\yai-plan\public\images\generated\agent-15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946910" y="2377440"/>
            <a:ext cx="502920" cy="502920"/>
          </a:xfrm>
          <a:prstGeom prst="ellipse">
            <a:avLst/>
          </a:prstGeom>
        </p:spPr>
      </p:pic>
      <p:pic>
        <p:nvPicPr>
          <p:cNvPr id="25" name="Image 15" descr="E:\Antigravity\yai-plan\public\images\generated\agent-16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625090" y="2377440"/>
            <a:ext cx="502920" cy="502920"/>
          </a:xfrm>
          <a:prstGeom prst="ellipse">
            <a:avLst/>
          </a:prstGeom>
        </p:spPr>
      </p:pic>
      <p:pic>
        <p:nvPicPr>
          <p:cNvPr id="26" name="Image 16" descr="E:\Antigravity\yai-plan\public\images\generated\agent-17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303270" y="2377440"/>
            <a:ext cx="502920" cy="502920"/>
          </a:xfrm>
          <a:prstGeom prst="ellipse">
            <a:avLst/>
          </a:prstGeom>
        </p:spPr>
      </p:pic>
      <p:pic>
        <p:nvPicPr>
          <p:cNvPr id="27" name="Image 17" descr="E:\Antigravity\yai-plan\public\images\generated\agent-18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981450" y="2377440"/>
            <a:ext cx="502920" cy="502920"/>
          </a:xfrm>
          <a:prstGeom prst="ellipse">
            <a:avLst/>
          </a:prstGeom>
        </p:spPr>
      </p:pic>
      <p:pic>
        <p:nvPicPr>
          <p:cNvPr id="28" name="Image 18" descr="E:\Antigravity\yai-plan\public\images\generated\agent-19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659630" y="2377440"/>
            <a:ext cx="502920" cy="502920"/>
          </a:xfrm>
          <a:prstGeom prst="ellipse">
            <a:avLst/>
          </a:prstGeom>
        </p:spPr>
      </p:pic>
      <p:pic>
        <p:nvPicPr>
          <p:cNvPr id="29" name="Image 19" descr="E:\Antigravity\yai-plan\public\images\generated\agent-20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5337810" y="2377440"/>
            <a:ext cx="502920" cy="502920"/>
          </a:xfrm>
          <a:prstGeom prst="ellipse">
            <a:avLst/>
          </a:prstGeom>
        </p:spPr>
      </p:pic>
      <p:pic>
        <p:nvPicPr>
          <p:cNvPr id="30" name="Image 20" descr="E:\Antigravity\yai-plan\public\images\generated\agent-21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6015990" y="2377440"/>
            <a:ext cx="502920" cy="502920"/>
          </a:xfrm>
          <a:prstGeom prst="ellipse">
            <a:avLst/>
          </a:prstGeom>
        </p:spPr>
      </p:pic>
      <p:pic>
        <p:nvPicPr>
          <p:cNvPr id="31" name="Image 21" descr="E:\Antigravity\yai-plan\public\images\generated\agent-22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6694170" y="2377440"/>
            <a:ext cx="502920" cy="502920"/>
          </a:xfrm>
          <a:prstGeom prst="ellipse">
            <a:avLst/>
          </a:prstGeom>
        </p:spPr>
      </p:pic>
      <p:pic>
        <p:nvPicPr>
          <p:cNvPr id="32" name="Image 22" descr="E:\Antigravity\yai-plan\public\images\generated\agent-23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7372350" y="2377440"/>
            <a:ext cx="502920" cy="502920"/>
          </a:xfrm>
          <a:prstGeom prst="ellipse">
            <a:avLst/>
          </a:prstGeom>
        </p:spPr>
      </p:pic>
      <p:pic>
        <p:nvPicPr>
          <p:cNvPr id="33" name="Image 23" descr="E:\Antigravity\yai-plan\public\images\generated\agent-24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050530" y="2377440"/>
            <a:ext cx="502920" cy="502920"/>
          </a:xfrm>
          <a:prstGeom prst="ellipse">
            <a:avLst/>
          </a:prstGeom>
        </p:spPr>
      </p:pic>
      <p:sp>
        <p:nvSpPr>
          <p:cNvPr id="34" name="Shape 8"/>
          <p:cNvSpPr/>
          <p:nvPr/>
        </p:nvSpPr>
        <p:spPr>
          <a:xfrm>
            <a:off x="502920" y="3520440"/>
            <a:ext cx="1965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AA"/>
            </a:solidFill>
            <a:prstDash val="solid"/>
          </a:ln>
        </p:spPr>
      </p:sp>
      <p:sp>
        <p:nvSpPr>
          <p:cNvPr id="35" name="Text 9"/>
          <p:cNvSpPr/>
          <p:nvPr/>
        </p:nvSpPr>
        <p:spPr>
          <a:xfrm>
            <a:off x="612648" y="368503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4DAA"/>
                </a:solidFill>
              </a:rPr>
              <a:t>ADMINISTRATION</a:t>
            </a:r>
            <a:endParaRPr lang="en-US" sz="900" dirty="0"/>
          </a:p>
        </p:txBody>
      </p:sp>
      <p:sp>
        <p:nvSpPr>
          <p:cNvPr id="36" name="Text 10"/>
          <p:cNvSpPr/>
          <p:nvPr/>
        </p:nvSpPr>
        <p:spPr>
          <a:xfrm>
            <a:off x="612648" y="402336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7"/>
                </a:solidFill>
              </a:rPr>
              <a:t>9 modules</a:t>
            </a:r>
            <a:endParaRPr lang="en-US" sz="1800" dirty="0"/>
          </a:p>
        </p:txBody>
      </p:sp>
      <p:sp>
        <p:nvSpPr>
          <p:cNvPr id="37" name="Shape 11"/>
          <p:cNvSpPr/>
          <p:nvPr/>
        </p:nvSpPr>
        <p:spPr>
          <a:xfrm>
            <a:off x="2560320" y="3520440"/>
            <a:ext cx="1965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F47"/>
            </a:solidFill>
            <a:prstDash val="solid"/>
          </a:ln>
        </p:spPr>
      </p:sp>
      <p:sp>
        <p:nvSpPr>
          <p:cNvPr id="38" name="Text 12"/>
          <p:cNvSpPr/>
          <p:nvPr/>
        </p:nvSpPr>
        <p:spPr>
          <a:xfrm>
            <a:off x="2670048" y="368503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1F47"/>
                </a:solidFill>
              </a:rPr>
              <a:t>PLATFORM</a:t>
            </a:r>
            <a:endParaRPr lang="en-US" sz="900" dirty="0"/>
          </a:p>
        </p:txBody>
      </p:sp>
      <p:sp>
        <p:nvSpPr>
          <p:cNvPr id="39" name="Text 13"/>
          <p:cNvSpPr/>
          <p:nvPr/>
        </p:nvSpPr>
        <p:spPr>
          <a:xfrm>
            <a:off x="2670048" y="402336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7"/>
                </a:solidFill>
              </a:rPr>
              <a:t>1 module · core</a:t>
            </a:r>
            <a:endParaRPr lang="en-US" sz="1800" dirty="0"/>
          </a:p>
        </p:txBody>
      </p:sp>
      <p:sp>
        <p:nvSpPr>
          <p:cNvPr id="40" name="Shape 14"/>
          <p:cNvSpPr/>
          <p:nvPr/>
        </p:nvSpPr>
        <p:spPr>
          <a:xfrm>
            <a:off x="4617720" y="3520440"/>
            <a:ext cx="1965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15"/>
          <p:cNvSpPr/>
          <p:nvPr/>
        </p:nvSpPr>
        <p:spPr>
          <a:xfrm>
            <a:off x="4727448" y="368503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OPERATIONS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4727448" y="402336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7"/>
                </a:solidFill>
              </a:rPr>
              <a:t>8 modules</a:t>
            </a:r>
            <a:endParaRPr lang="en-US" sz="1800" dirty="0"/>
          </a:p>
        </p:txBody>
      </p:sp>
      <p:sp>
        <p:nvSpPr>
          <p:cNvPr id="43" name="Shape 17"/>
          <p:cNvSpPr/>
          <p:nvPr/>
        </p:nvSpPr>
        <p:spPr>
          <a:xfrm>
            <a:off x="6675120" y="3520440"/>
            <a:ext cx="19659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37021"/>
            </a:solidFill>
            <a:prstDash val="solid"/>
          </a:ln>
        </p:spPr>
      </p:sp>
      <p:sp>
        <p:nvSpPr>
          <p:cNvPr id="44" name="Text 18"/>
          <p:cNvSpPr/>
          <p:nvPr/>
        </p:nvSpPr>
        <p:spPr>
          <a:xfrm>
            <a:off x="6784848" y="368503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37021"/>
                </a:solidFill>
              </a:rPr>
              <a:t>AGENTIC ★</a:t>
            </a:r>
            <a:endParaRPr lang="en-US" sz="900" dirty="0"/>
          </a:p>
        </p:txBody>
      </p:sp>
      <p:sp>
        <p:nvSpPr>
          <p:cNvPr id="45" name="Text 19"/>
          <p:cNvSpPr/>
          <p:nvPr/>
        </p:nvSpPr>
        <p:spPr>
          <a:xfrm>
            <a:off x="6784848" y="4023360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47"/>
                </a:solidFill>
              </a:rPr>
              <a:t>2 live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PRICING &amp; PACKAGING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Six-step staircase — land at $120 / yr, expand step by step to $5K Big Ai Brain.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137160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4360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 Starter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$120 / yr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key members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38528" y="20116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2011680"/>
            <a:ext cx="137160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029968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 Growth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29968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$750 / yr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29968" y="31089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→ 300 users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74136" y="17830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74136" y="1783080"/>
            <a:ext cx="137160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65576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 Enterprise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65576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$1,200 / yr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65576" y="28803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300 → 1,000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20116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2011680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901184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Server + Tools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01184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$2.5K + $3.5K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01184" y="31089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1,000+ users · Admin + Ops Tools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45352" y="17830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1783080"/>
            <a:ext cx="13716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336792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Agentic Add-on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36792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$5,000 / yr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36792" y="28803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agents + 35 mini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20116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2011680"/>
            <a:ext cx="1371600" cy="38404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772400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Big Ai Brain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$5,000 / yr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0" y="31089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Boss · 5 factories · 1 chat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TARGET CUSTOMERS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boss-meets-ya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HK / Cambodian factory owners running 1–5 garment sites — already burned $2M+ on legacy ERPs.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10058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ANCHOR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Cambodia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300+ factories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240280"/>
            <a:ext cx="73152" cy="10058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PROFILE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1–5 sites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$2M+ legacy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3756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WORKERS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100K+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Garment workers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33756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MARKETS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ASEAN 3×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Vietnam · BD · 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TECHNOLOGY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— Laravel + MongoDB (Ai-native shape). Write-heavy factory telemetry.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native Android + iOS, built for low-end devices on the floor.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— MQTT + TUYA · SMART Gate · SMART Camera · 5G bonding for rural sites.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— LLM APIs (Claude · GPT · Gemini); agentic chat in mobile app.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solar-powered mini-PC Ai Server (Step 4) for own-LLM inference.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— 5G internal WiFi mesh for workers on the floor.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5 Clusters · 20 Engineers.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194560" cy="45720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Texlink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3 engineers</a:t>
            </a:r>
            <a:endParaRPr lang="en-US" sz="900" dirty="0"/>
          </a:p>
        </p:txBody>
      </p:sp>
      <p:pic>
        <p:nvPicPr>
          <p:cNvPr id="12" name="Image 0" descr="E:\Antigravity\yai-plan\public\images\team\portraits\da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371600"/>
            <a:ext cx="502920" cy="502920"/>
          </a:xfrm>
          <a:prstGeom prst="ellipse">
            <a:avLst/>
          </a:prstGeom>
        </p:spPr>
      </p:pic>
      <p:pic>
        <p:nvPicPr>
          <p:cNvPr id="13" name="Image 1" descr="E:\Antigravity\yai-plan\public\images\team\portraits\phann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371600"/>
            <a:ext cx="502920" cy="502920"/>
          </a:xfrm>
          <a:prstGeom prst="ellipse">
            <a:avLst/>
          </a:prstGeom>
        </p:spPr>
      </p:pic>
      <p:pic>
        <p:nvPicPr>
          <p:cNvPr id="14" name="Image 2" descr="E:\Antigravity\yai-plan\public\images\team\portraits\khu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92040" y="1371600"/>
            <a:ext cx="502920" cy="502920"/>
          </a:xfrm>
          <a:prstGeom prst="ellipse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2103120"/>
            <a:ext cx="2194560" cy="4572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943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6974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4 engineers</a:t>
            </a:r>
            <a:endParaRPr lang="en-US" sz="900" dirty="0"/>
          </a:p>
        </p:txBody>
      </p:sp>
      <p:pic>
        <p:nvPicPr>
          <p:cNvPr id="18" name="Image 3" descr="E:\Antigravity\yai-plan\public\images\team\portraits\ric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03320" y="2057400"/>
            <a:ext cx="502920" cy="502920"/>
          </a:xfrm>
          <a:prstGeom prst="ellipse">
            <a:avLst/>
          </a:prstGeom>
        </p:spPr>
      </p:pic>
      <p:pic>
        <p:nvPicPr>
          <p:cNvPr id="19" name="Image 4" descr="E:\Antigravity\yai-plan\public\images\team\portraits\thid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7680" y="2057400"/>
            <a:ext cx="502920" cy="502920"/>
          </a:xfrm>
          <a:prstGeom prst="ellipse">
            <a:avLst/>
          </a:prstGeom>
        </p:spPr>
      </p:pic>
      <p:pic>
        <p:nvPicPr>
          <p:cNvPr id="20" name="Image 5" descr="E:\Antigravity\yai-plan\public\images\team\portraits\michael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92040" y="2057400"/>
            <a:ext cx="502920" cy="502920"/>
          </a:xfrm>
          <a:prstGeom prst="ellipse">
            <a:avLst/>
          </a:prstGeom>
        </p:spPr>
      </p:pic>
      <p:pic>
        <p:nvPicPr>
          <p:cNvPr id="21" name="Image 6" descr="E:\Antigravity\yai-plan\public\images\team\portraits\sam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86400" y="2057400"/>
            <a:ext cx="502920" cy="502920"/>
          </a:xfrm>
          <a:prstGeom prst="ellipse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02920" y="2788920"/>
            <a:ext cx="2194560" cy="457200"/>
          </a:xfrm>
          <a:prstGeom prst="rect">
            <a:avLst/>
          </a:prstGeom>
          <a:solidFill>
            <a:srgbClr val="0A3327"/>
          </a:solidFill>
          <a:ln w="12700">
            <a:solidFill>
              <a:srgbClr val="0A3327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5943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Neural Net + Finance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269748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4 engineers</a:t>
            </a:r>
            <a:endParaRPr lang="en-US" sz="900" dirty="0"/>
          </a:p>
        </p:txBody>
      </p:sp>
      <p:pic>
        <p:nvPicPr>
          <p:cNvPr id="25" name="Image 7" descr="E:\Antigravity\yai-plan\public\images\team\portraits\virot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703320" y="2743200"/>
            <a:ext cx="502920" cy="502920"/>
          </a:xfrm>
          <a:prstGeom prst="ellipse">
            <a:avLst/>
          </a:prstGeom>
        </p:spPr>
      </p:pic>
      <p:pic>
        <p:nvPicPr>
          <p:cNvPr id="26" name="Image 8" descr="E:\Antigravity\yai-plan\public\images\team\portraits\menghorng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97680" y="2743200"/>
            <a:ext cx="502920" cy="502920"/>
          </a:xfrm>
          <a:prstGeom prst="ellipse">
            <a:avLst/>
          </a:prstGeom>
        </p:spPr>
      </p:pic>
      <p:pic>
        <p:nvPicPr>
          <p:cNvPr id="27" name="Image 9" descr="E:\Antigravity\yai-plan\public\images\team\portraits\seangleng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92040" y="2743200"/>
            <a:ext cx="502920" cy="502920"/>
          </a:xfrm>
          <a:prstGeom prst="ellipse">
            <a:avLst/>
          </a:prstGeom>
        </p:spPr>
      </p:pic>
      <p:pic>
        <p:nvPicPr>
          <p:cNvPr id="28" name="Image 10" descr="E:\Antigravity\yai-plan\public\images\team\portraits\noch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486400" y="2743200"/>
            <a:ext cx="502920" cy="502920"/>
          </a:xfrm>
          <a:prstGeom prst="ellipse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502920" y="3474720"/>
            <a:ext cx="21945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17"/>
          <p:cNvSpPr/>
          <p:nvPr/>
        </p:nvSpPr>
        <p:spPr>
          <a:xfrm>
            <a:off x="5943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Apps</a:t>
            </a:r>
            <a:endParaRPr lang="en-US" sz="1100" dirty="0"/>
          </a:p>
        </p:txBody>
      </p:sp>
      <p:sp>
        <p:nvSpPr>
          <p:cNvPr id="31" name="Text 18"/>
          <p:cNvSpPr/>
          <p:nvPr/>
        </p:nvSpPr>
        <p:spPr>
          <a:xfrm>
            <a:off x="269748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3 engineers</a:t>
            </a:r>
            <a:endParaRPr lang="en-US" sz="900" dirty="0"/>
          </a:p>
        </p:txBody>
      </p:sp>
      <p:pic>
        <p:nvPicPr>
          <p:cNvPr id="32" name="Image 11" descr="E:\Antigravity\yai-plan\public\images\team\portraits\samnang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703320" y="3429000"/>
            <a:ext cx="502920" cy="502920"/>
          </a:xfrm>
          <a:prstGeom prst="ellipse">
            <a:avLst/>
          </a:prstGeom>
        </p:spPr>
      </p:pic>
      <p:pic>
        <p:nvPicPr>
          <p:cNvPr id="33" name="Image 12" descr="E:\Antigravity\yai-plan\public\images\team\portraits\chhay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297680" y="3429000"/>
            <a:ext cx="502920" cy="502920"/>
          </a:xfrm>
          <a:prstGeom prst="ellipse">
            <a:avLst/>
          </a:prstGeom>
        </p:spPr>
      </p:pic>
      <p:pic>
        <p:nvPicPr>
          <p:cNvPr id="34" name="Image 13" descr="E:\Antigravity\yai-plan\public\images\team\portraits\chetra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892040" y="3429000"/>
            <a:ext cx="502920" cy="502920"/>
          </a:xfrm>
          <a:prstGeom prst="ellipse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502920" y="4160520"/>
            <a:ext cx="219456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20"/>
          <p:cNvSpPr/>
          <p:nvPr/>
        </p:nvSpPr>
        <p:spPr>
          <a:xfrm>
            <a:off x="59436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 Systems</a:t>
            </a:r>
            <a:endParaRPr lang="en-US" sz="1100" dirty="0"/>
          </a:p>
        </p:txBody>
      </p:sp>
      <p:sp>
        <p:nvSpPr>
          <p:cNvPr id="37" name="Text 21"/>
          <p:cNvSpPr/>
          <p:nvPr/>
        </p:nvSpPr>
        <p:spPr>
          <a:xfrm>
            <a:off x="269748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5 engineers</a:t>
            </a:r>
            <a:endParaRPr lang="en-US" sz="900" dirty="0"/>
          </a:p>
        </p:txBody>
      </p:sp>
      <p:pic>
        <p:nvPicPr>
          <p:cNvPr id="38" name="Image 14" descr="E:\Antigravity\yai-plan\public\images\team\portraits\dilan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703320" y="4114800"/>
            <a:ext cx="502920" cy="502920"/>
          </a:xfrm>
          <a:prstGeom prst="ellipse">
            <a:avLst/>
          </a:prstGeom>
        </p:spPr>
      </p:pic>
      <p:pic>
        <p:nvPicPr>
          <p:cNvPr id="39" name="Image 15" descr="E:\Antigravity\yai-plan\public\images\team\portraits\yasomi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297680" y="4114800"/>
            <a:ext cx="502920" cy="502920"/>
          </a:xfrm>
          <a:prstGeom prst="ellipse">
            <a:avLst/>
          </a:prstGeom>
        </p:spPr>
      </p:pic>
      <p:pic>
        <p:nvPicPr>
          <p:cNvPr id="40" name="Image 16" descr="E:\Antigravity\yai-plan\public\images\team\portraits\alen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892040" y="4114800"/>
            <a:ext cx="502920" cy="502920"/>
          </a:xfrm>
          <a:prstGeom prst="ellipse">
            <a:avLst/>
          </a:prstGeom>
        </p:spPr>
      </p:pic>
      <p:pic>
        <p:nvPicPr>
          <p:cNvPr id="41" name="Image 17" descr="E:\Antigravity\yai-plan\public\images\team\portraits\heang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486400" y="4114800"/>
            <a:ext cx="502920" cy="502920"/>
          </a:xfrm>
          <a:prstGeom prst="ellipse">
            <a:avLst/>
          </a:prstGeom>
        </p:spPr>
      </p:pic>
      <p:pic>
        <p:nvPicPr>
          <p:cNvPr id="42" name="Image 18" descr="E:\Antigravity\yai-plan\public\images\team\portraits\sokhim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080760" y="4114800"/>
            <a:ext cx="502920" cy="502920"/>
          </a:xfrm>
          <a:prstGeom prst="ellipse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Cambodia-anchored · 20 engineers + Sophy + Bonus pool · ASEAN expansion Year 2.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CAPITAL EFFICIENCY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Efficiency Story.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capi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246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$205K of Cambodia engineering built what Singapore prices at $5M and the US at $10M+.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CAMBODIA  🇰🇭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$205K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560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Through Q2 2026 — actual build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" y="310896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108960"/>
            <a:ext cx="73152" cy="777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182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SINGAPORE · 3×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67512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$5M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67512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Equivalent at SEA-tier rates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97764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977640"/>
            <a:ext cx="73152" cy="7772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UNITED STATES · 8×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$10M+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Equivalent at US engineering rates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GO-TO-MARKET MILESTONES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Milestones.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gt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508760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673352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1618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Q1 · FOUNDATION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1837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3–5 paid contracts · Anthropic CPN review cleared.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295144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459736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3000" y="2404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Q2 · VALIDATION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10+ customers · Ministry pilot signed.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3081528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43000" y="3191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Q3 · EXPANSION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3410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20+ customers · regional ASEAN pilot.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867912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4032504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4300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Q4 · SCALE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41970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30+ customers · CCAF cert · Stage 3 scoped.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TRACTION &amp; PILOTS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Pilots.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workers-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5 years inside live garment-factory production. Real workers. Real shifts. Real defects.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10058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PILOT SITES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Anonymised live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24028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YEARS RUNNING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5 yrs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Continuous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37560"/>
            <a:ext cx="73152" cy="10058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AGENTIC ★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Car Booking · YPM/CE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33756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MODULE FAMILIES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18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exercised on floor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OC &amp; LIVE BUDGET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&amp; Live Budget Update.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Live P&amp;L roll-up · sourced from admin (Sales · Salaries · Capex).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9144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8288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01 · INCOME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103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11 streams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4088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 SaaS + 3 e-com · Jun 2026 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91640"/>
            <a:ext cx="91440" cy="150876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8288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DAA"/>
                </a:solidFill>
              </a:rPr>
              <a:t>02 · EXPENSES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2103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20 active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64608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Engineers · salary 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37560"/>
            <a:ext cx="91440" cy="15087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474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37021"/>
                </a:solidFill>
              </a:rPr>
              <a:t>03 · CAPEX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749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7 cats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4088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Computers · Villa · Ai Fees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337560"/>
            <a:ext cx="91440" cy="1508760"/>
          </a:xfrm>
          <a:prstGeom prst="rect">
            <a:avLst/>
          </a:prstGeom>
          <a:solidFill>
            <a:srgbClr val="0A1F47"/>
          </a:solidFill>
          <a:ln w="12700">
            <a:solidFill>
              <a:srgbClr val="0A1F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474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47"/>
                </a:solidFill>
              </a:rPr>
              <a:t>04 · NET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749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Live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864608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Income − (Salaries + Capex)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COMPETITIVE LANDSCAPE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2697480" cy="38404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996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INCUMBENT ERPs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7"/>
                </a:solidFill>
              </a:rPr>
              <a:t>SAP · Oracle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" y="2560320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English-only · $millions · 18+ months deploy · no factory floor.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17320"/>
            <a:ext cx="269748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4996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DEFAULT TOOL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7"/>
                </a:solidFill>
              </a:rPr>
              <a:t>Excel + Chat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56432" y="2560320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Zero cost, zero integration. The chaos Yai replaces.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417320"/>
            <a:ext cx="2697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996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YAI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7"/>
                </a:solidFill>
              </a:rPr>
              <a:t>Ai-Native MIP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45352" y="2560320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Khmer-first · factory-native · Ai from day one · solar-powered Ai Server.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RISKS &amp; MITIGATIONS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Adoption / change resistance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463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Government compliance mandate + buyer audits — paper isn't optional.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5740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Technical complexity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5 years of live pilot validation. Architecture proven before commercial open.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9748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Capital intensity Year 1–2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743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$205K capital efficiency proves scale on modest funding. &lt;$1M raise needed.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33756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3756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Geographic concentration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3383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Cambodia is anchor not ceiling. ASEAN Year 2; global Year 4–5.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7764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LLM cost /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Step 4 own-Ai-Server (solar-powered) cuts inference cost + data sovereignty.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RESOURCE REQUIREMENTS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Modest funding ask — Year 1–2 path to commercial open + 30+ paying customers.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7772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RAISE TARGET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$1M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560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 1 runway · team scale + first 10 customers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" y="310896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108960"/>
            <a:ext cx="73152" cy="777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182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HEADCOUNT GROWTH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67512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20 → 60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67512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 1 → 3 · Cambodia-anchored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97764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97764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BURN PACE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$30–40K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month from Jun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Investor Plan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Supporting material — demos, diagrams, references, and contact.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Demo screenshots — admin dashboard + mobile agentic chat (live demos in the portal).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Architecture diagrams — three-layer stack + AIoT mesh.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Pilot factory references — anonymised, available on request under NDA.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Founder bio — Gamini K, Director, Texlink Technologies Co., Ltd. (Cambodia).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8229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159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Live portal · yai-plan-production.up.railway.app · admin feeders + investor 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Yai · Texlink Technologies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Yai · Ai-Native Manufacturing Intelligence Platform</dc:title>
  <dc:subject>PptxGenJS Presentation</dc:subject>
  <dc:creator>Texlink Technologies</dc:creator>
  <cp:lastModifiedBy>Texlink Technologies</cp:lastModifiedBy>
  <cp:revision>1</cp:revision>
  <dcterms:created xsi:type="dcterms:W3CDTF">2026-06-05T09:48:43Z</dcterms:created>
  <dcterms:modified xsi:type="dcterms:W3CDTF">2026-06-05T09:48:43Z</dcterms:modified>
</cp:coreProperties>
</file>