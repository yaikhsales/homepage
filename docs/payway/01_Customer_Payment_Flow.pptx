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1_00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1_0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1_02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1_03_detai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1_04_pop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1_05_comple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1_06_confi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1_07_thankyo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1_08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